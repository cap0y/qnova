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1E36F-378A-48A8-8AA6-140D71B3E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22B13E-9582-4E81-A0A9-66A767458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25838-1D15-4E64-A6D8-AF932ED3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7B7A4-CA19-4992-B9A3-E0474DB5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ACDDA-A065-444C-AED5-913D8DF1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19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1177E-A147-4A2B-A4A8-4C25C0DE9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8E32EE-66B2-4FE9-B8B0-57425C4E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56B81-6A48-4397-A23F-DE7EE5AD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AB2D9-D291-4689-890E-77E092F9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201F9C-7F0E-4B97-AAC6-1851732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123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C5790-0E2A-4D00-B4B8-29A799FB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4B3B3-CA0B-4D8E-9D2A-B0D6FB4A0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2FAC8-9CAD-4B64-B6A0-9E10E8AD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94292-9367-497F-A150-782B04F4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72DA1-1D19-427D-BA67-10EA4638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60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63FD4-A6B4-4D99-B103-F514D835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D4BFE6-ECDE-4998-A30C-5F439A7DE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B0E03B-B447-4DDE-9827-1DDEC615A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989C03-08FD-4442-8007-39D39780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6F6B0E-4008-4547-96AE-2EF5B07E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EC0CD-5947-44F3-8FEE-E4DE790D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28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34600-9609-4EDE-A06E-0263BEF9D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62D68D-BA03-4010-A055-B9EA74A9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8D9F00-C358-4F7D-82F7-6E2B799FB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491E23-8ACA-4341-9297-A47DF31AF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086A3-E5C9-43DB-A3AD-13B7DABA0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B8DF0D-E208-4DB7-87A9-0E1CFB6B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20E76E-7D08-47C1-BEB5-E2A704E8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0662BA-E5D0-4E6B-9C21-7EC833DA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2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52552-9519-4FCD-8A9E-9441FF86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7AB18E-EE1B-4C3B-9873-37AD6735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0C7531-072E-44DD-93F3-436C3E39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32B2B-6ED2-4237-8D4D-963FCE41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73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5143B9-2BA5-4501-A0B1-8A0F2252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BC98E7-F337-44D8-8073-775D77A3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BE5ED-63E9-47C9-BBB9-C390A792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77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1C612-D13D-4586-B132-A328FA54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D23211-D054-49D6-8EC6-175527AE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4C21E-A13A-48E5-AC9F-338BA077B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5A6A29-6459-480D-BB9A-6D91547E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BE72EA-235D-46F7-B947-1705AAFE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6046B2-AC24-44C6-BDD2-27E4FD58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58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BD1DB-46D0-42B8-8342-DC4B3E6E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520C9C-2057-4C84-954C-62AB4EF7C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218F3-F755-4AE7-A240-7D6BA83A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8DD681-0665-4518-8ED7-B9355432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71206C-D5F5-4C52-A414-9BA0663B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F500B-CEBC-44EF-ABAE-E2F320B7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66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B9476-0AC7-4DA6-83E9-96A8676C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E44BEC-B246-40CA-B443-34CB6542B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CEBA2-9EFF-4011-98CB-46E83C17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802120-C025-4E92-9D23-3656CFC0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B9C5F-3C2C-4151-8E1D-1F3873C4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06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434C04-C242-43BB-BA2F-83672E3AC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6AEE5-0461-401D-A47E-D43CDA3E4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5C7CF-6F20-41B4-81B8-6C27B702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29758-2DA2-4687-9C3A-64FFA272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B838C-86FE-41BD-B138-42D2E125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93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7B530-4843-42F2-BD0C-81FCCC72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B144E-DD13-41D9-90C7-9F4DA708E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3335FD-6B68-48F5-A5E9-4B219F621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6006F-C343-485C-B45C-D8EB691F5534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D77B17-0684-4E11-ABFC-82ED3ED0A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185E-61F5-4F0E-8912-5FD5908C5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3AA10-415C-4D8C-B3D9-A9EEF0C0C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2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6" descr="지구본.png">
            <a:extLst>
              <a:ext uri="{FF2B5EF4-FFF2-40B4-BE49-F238E27FC236}">
                <a16:creationId xmlns:a16="http://schemas.microsoft.com/office/drawing/2014/main" id="{63DA5C2A-B262-4239-BC59-4D7B8A70E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5" y="1933575"/>
            <a:ext cx="252412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710E6E40-259D-4F86-A008-F726ECBB1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822" y="2767280"/>
            <a:ext cx="744229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buClr>
                <a:srgbClr val="0000FF"/>
              </a:buClr>
              <a:buFont typeface="맑은 고딕"/>
              <a:buNone/>
              <a:defRPr/>
            </a:pPr>
            <a:r>
              <a:rPr kumimoji="0" lang="ko-KR" altLang="en-US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세라 </a:t>
            </a:r>
            <a:r>
              <a:rPr kumimoji="0" lang="en-US" altLang="ko-KR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ERP </a:t>
            </a:r>
            <a:r>
              <a:rPr kumimoji="0" lang="ko-KR" altLang="en-US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연동 </a:t>
            </a:r>
            <a:endParaRPr kumimoji="0" lang="en-US" altLang="ko-KR" sz="4000" b="1" spc="-15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2157B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  <a:p>
            <a:pPr algn="ctr">
              <a:buClr>
                <a:srgbClr val="0000FF"/>
              </a:buClr>
              <a:buFont typeface="맑은 고딕"/>
              <a:buNone/>
              <a:defRPr/>
            </a:pPr>
            <a:r>
              <a:rPr kumimoji="0" lang="en-US" altLang="ko-KR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DECOM ERP</a:t>
            </a:r>
            <a:r>
              <a:rPr kumimoji="0" lang="ko-KR" altLang="en-US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 </a:t>
            </a:r>
            <a:r>
              <a:rPr lang="ko-KR" altLang="en-US" sz="4000" b="1" spc="-15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2157B5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일정 및 구축 방안</a:t>
            </a:r>
            <a:endParaRPr kumimoji="0" lang="ko-KR" altLang="en-US" sz="4000" b="1" spc="-15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2157B5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9170A18-1375-425A-9191-57500BF48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2860" y="6482633"/>
            <a:ext cx="2895599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b="1" dirty="0">
                <a:solidFill>
                  <a:srgbClr val="000000"/>
                </a:solidFill>
                <a:latin typeface="Arial" pitchFamily="34" charset="0"/>
                <a:ea typeface="휴먼모음T" pitchFamily="18" charset="-127"/>
              </a:rPr>
              <a:t>Copyright © </a:t>
            </a:r>
            <a:r>
              <a:rPr kumimoji="0" lang="en-US" altLang="ko-KR" sz="900" b="1" dirty="0" err="1">
                <a:solidFill>
                  <a:srgbClr val="000000"/>
                </a:solidFill>
                <a:latin typeface="Arial" pitchFamily="34" charset="0"/>
                <a:ea typeface="휴먼모음T" pitchFamily="18" charset="-127"/>
              </a:rPr>
              <a:t>lnsystem</a:t>
            </a:r>
            <a:r>
              <a:rPr kumimoji="0" lang="en-US" altLang="ko-KR" sz="900" b="1" dirty="0">
                <a:solidFill>
                  <a:srgbClr val="000000"/>
                </a:solidFill>
                <a:latin typeface="Arial" pitchFamily="34" charset="0"/>
                <a:ea typeface="휴먼모음T" pitchFamily="18" charset="-127"/>
              </a:rPr>
              <a:t>. All rights Reserved.</a:t>
            </a:r>
            <a:endParaRPr kumimoji="0" lang="ko-KR" altLang="en-US" sz="900" b="1" dirty="0">
              <a:solidFill>
                <a:srgbClr val="000000"/>
              </a:solidFill>
              <a:latin typeface="Arial" pitchFamily="34" charset="0"/>
              <a:ea typeface="휴먼모음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E6C895-D844-48B8-AF11-138C42C50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14359"/>
            <a:ext cx="3556365" cy="1978415"/>
          </a:xfrm>
          <a:prstGeom prst="rect">
            <a:avLst/>
          </a:prstGeom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22883353-977A-49CF-9E4C-ED330FDB3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835" y="5532693"/>
            <a:ext cx="65881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Clr>
                <a:srgbClr val="0000FF"/>
              </a:buClr>
              <a:buFont typeface="맑은 고딕"/>
              <a:buNone/>
              <a:defRPr/>
            </a:pPr>
            <a:r>
              <a:rPr kumimoji="0" lang="en-US" altLang="ko-KR" sz="2400" b="1" dirty="0">
                <a:latin typeface="+mj-ea"/>
                <a:ea typeface="+mj-ea"/>
                <a:cs typeface="Arial" pitchFamily="34" charset="0"/>
              </a:rPr>
              <a:t>www.decomsoft.com</a:t>
            </a:r>
            <a:endParaRPr kumimoji="0" lang="ko-KR" altLang="en-US" sz="2400" b="1" dirty="0">
              <a:latin typeface="+mj-ea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2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4">
            <a:extLst>
              <a:ext uri="{FF2B5EF4-FFF2-40B4-BE49-F238E27FC236}">
                <a16:creationId xmlns:a16="http://schemas.microsoft.com/office/drawing/2014/main" id="{6691ADBD-FF5D-44E7-B525-0B4376C0E35F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88039"/>
            <a:ext cx="7648575" cy="346075"/>
          </a:xfrm>
          <a:prstGeom prst="rect">
            <a:avLst/>
          </a:prstGeom>
        </p:spPr>
        <p:txBody>
          <a:bodyPr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400" dirty="0">
                <a:solidFill>
                  <a:srgbClr val="0F6FC6">
                    <a:lumMod val="50000"/>
                  </a:srgbClr>
                </a:solidFill>
                <a:latin typeface="Arial Black" pitchFamily="34" charset="0"/>
                <a:ea typeface="HY견고딕"/>
                <a:cs typeface="Times New Roman" pitchFamily="18" charset="0"/>
              </a:rPr>
              <a:t> </a:t>
            </a:r>
            <a:r>
              <a:rPr lang="ko-KR" altLang="en-US" sz="2400" dirty="0">
                <a:solidFill>
                  <a:srgbClr val="0F6FC6">
                    <a:lumMod val="50000"/>
                  </a:srgbClr>
                </a:solidFill>
                <a:latin typeface="Arial Black" pitchFamily="34" charset="0"/>
                <a:ea typeface="HY견고딕"/>
                <a:cs typeface="Times New Roman" pitchFamily="18" charset="0"/>
              </a:rPr>
              <a:t>구축</a:t>
            </a:r>
            <a:r>
              <a:rPr kumimoji="0" lang="ko-KR" altLang="en-US" sz="2400" dirty="0">
                <a:solidFill>
                  <a:srgbClr val="0F6FC6">
                    <a:lumMod val="50000"/>
                  </a:srgbClr>
                </a:solidFill>
                <a:latin typeface="Arial Black" pitchFamily="34" charset="0"/>
                <a:ea typeface="HY견고딕"/>
                <a:cs typeface="Times New Roman" pitchFamily="18" charset="0"/>
              </a:rPr>
              <a:t> 일정 </a:t>
            </a:r>
            <a:endParaRPr kumimoji="0" lang="en-US" altLang="ko-KR" sz="2400" dirty="0">
              <a:solidFill>
                <a:srgbClr val="0F6FC6">
                  <a:lumMod val="50000"/>
                </a:srgbClr>
              </a:solidFill>
              <a:latin typeface="Arial Black" pitchFamily="34" charset="0"/>
              <a:ea typeface="HY견고딕"/>
              <a:cs typeface="Times New Roman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C1483E-838F-4236-825A-A94D2E3E2A8F}"/>
              </a:ext>
            </a:extLst>
          </p:cNvPr>
          <p:cNvSpPr/>
          <p:nvPr/>
        </p:nvSpPr>
        <p:spPr>
          <a:xfrm>
            <a:off x="251520" y="594400"/>
            <a:ext cx="889248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2AB4B9-11DB-4635-A5F5-9AF0118739A9}"/>
              </a:ext>
            </a:extLst>
          </p:cNvPr>
          <p:cNvSpPr/>
          <p:nvPr/>
        </p:nvSpPr>
        <p:spPr>
          <a:xfrm>
            <a:off x="5148063" y="534114"/>
            <a:ext cx="7043937" cy="10600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AutoShape 284">
            <a:extLst>
              <a:ext uri="{FF2B5EF4-FFF2-40B4-BE49-F238E27FC236}">
                <a16:creationId xmlns:a16="http://schemas.microsoft.com/office/drawing/2014/main" id="{5A049D9C-77B5-4A21-AEB6-0ADFBF458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550" y="43577"/>
            <a:ext cx="806450" cy="144462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0" lang="en-US" altLang="ko-KR" sz="800" b="1" dirty="0"/>
              <a:t>20250621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C04900-528F-2696-9680-BC779C54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8" y="640117"/>
            <a:ext cx="10869542" cy="61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48C83-B913-F83A-6DE8-256C89015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하드웨어 장비 설치 일에 전문 </a:t>
            </a:r>
            <a:r>
              <a:rPr lang="ko-KR" altLang="en-US" sz="4000" dirty="0" err="1"/>
              <a:t>강사분</a:t>
            </a:r>
            <a:r>
              <a:rPr lang="ko-KR" altLang="en-US" sz="4000" dirty="0"/>
              <a:t> 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9E6251-9991-9BFE-DD58-8B352C9BA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설치일 전까지 고정</a:t>
            </a:r>
            <a:r>
              <a:rPr lang="en-US" altLang="ko-KR" dirty="0"/>
              <a:t>IP </a:t>
            </a:r>
            <a:r>
              <a:rPr lang="ko-KR" altLang="en-US" dirty="0"/>
              <a:t>구축 되어 있어야 외부에서 접속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고정</a:t>
            </a:r>
            <a:r>
              <a:rPr lang="en-US" altLang="ko-KR" dirty="0"/>
              <a:t>IP </a:t>
            </a:r>
            <a:r>
              <a:rPr lang="ko-KR" altLang="en-US" dirty="0"/>
              <a:t>미 </a:t>
            </a:r>
            <a:r>
              <a:rPr lang="ko-KR" altLang="en-US" dirty="0" err="1"/>
              <a:t>구축시</a:t>
            </a:r>
            <a:r>
              <a:rPr lang="ko-KR" altLang="en-US" dirty="0"/>
              <a:t> 사내 </a:t>
            </a:r>
            <a:r>
              <a:rPr lang="en-US" altLang="ko-KR" dirty="0"/>
              <a:t>IP</a:t>
            </a:r>
            <a:r>
              <a:rPr lang="ko-KR" altLang="en-US" dirty="0"/>
              <a:t>로 시스템 연동</a:t>
            </a:r>
            <a:r>
              <a:rPr lang="en-US" altLang="ko-KR" dirty="0"/>
              <a:t>,</a:t>
            </a:r>
            <a:r>
              <a:rPr lang="ko-KR" altLang="en-US" dirty="0"/>
              <a:t> 프로그램 업데이트는 되나 외부에서 접속은 다른 옵션 선택 가능함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하드웨어 장비 </a:t>
            </a:r>
            <a:r>
              <a:rPr lang="ko-KR" altLang="en-US" dirty="0" err="1"/>
              <a:t>세팅후</a:t>
            </a:r>
            <a:r>
              <a:rPr lang="ko-KR" altLang="en-US" dirty="0"/>
              <a:t> </a:t>
            </a:r>
            <a:r>
              <a:rPr lang="ko-KR" altLang="en-US" dirty="0" err="1"/>
              <a:t>계약후</a:t>
            </a:r>
            <a:r>
              <a:rPr lang="ko-KR" altLang="en-US" dirty="0"/>
              <a:t> </a:t>
            </a:r>
            <a:r>
              <a:rPr lang="en-US" altLang="ko-KR" dirty="0"/>
              <a:t>12</a:t>
            </a:r>
            <a:r>
              <a:rPr lang="ko-KR" altLang="en-US" dirty="0" err="1"/>
              <a:t>일후</a:t>
            </a:r>
            <a:r>
              <a:rPr lang="ko-KR" altLang="en-US" dirty="0"/>
              <a:t> 방문 설치 </a:t>
            </a:r>
            <a:endParaRPr lang="en-US" altLang="ko-KR" dirty="0"/>
          </a:p>
          <a:p>
            <a:r>
              <a:rPr lang="ko-KR" altLang="en-US" dirty="0"/>
              <a:t>전문 </a:t>
            </a:r>
            <a:r>
              <a:rPr lang="ko-KR" altLang="en-US" dirty="0" err="1"/>
              <a:t>강사분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시간 강의 강의료는 계약금으로 대체</a:t>
            </a:r>
            <a:endParaRPr lang="en-US" altLang="ko-KR" dirty="0"/>
          </a:p>
          <a:p>
            <a:r>
              <a:rPr lang="ko-KR" altLang="en-US" dirty="0"/>
              <a:t>전체 </a:t>
            </a:r>
            <a:r>
              <a:rPr lang="en-US" altLang="ko-KR" dirty="0"/>
              <a:t>ERP </a:t>
            </a:r>
            <a:r>
              <a:rPr lang="ko-KR" altLang="en-US" dirty="0"/>
              <a:t>내용에 대한 교육 동영상 제공</a:t>
            </a:r>
            <a:endParaRPr lang="en-US" altLang="ko-KR" dirty="0"/>
          </a:p>
          <a:p>
            <a:r>
              <a:rPr lang="ko-KR" altLang="en-US" dirty="0"/>
              <a:t>매뉴얼 제공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62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89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하드웨어 장비 설치 일에 전문 강사분 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7</cp:revision>
  <dcterms:created xsi:type="dcterms:W3CDTF">2024-01-20T13:38:20Z</dcterms:created>
  <dcterms:modified xsi:type="dcterms:W3CDTF">2025-06-21T04:07:18Z</dcterms:modified>
</cp:coreProperties>
</file>